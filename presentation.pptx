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A5396A-D01B-00E2-A1E2-986B2392C3AF}" v="420" dt="2025-03-04T21:56:04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C442FBD-96AA-2417-157D-34DA016D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9" y="0"/>
            <a:ext cx="773486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FAB330-8108-5371-5173-C0D689AEA2FC}"/>
              </a:ext>
            </a:extLst>
          </p:cNvPr>
          <p:cNvSpPr txBox="1"/>
          <p:nvPr/>
        </p:nvSpPr>
        <p:spPr>
          <a:xfrm>
            <a:off x="279042" y="1105437"/>
            <a:ext cx="38851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Data synthesis, with targeted class ratio.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Classes generated by thresholding the </a:t>
            </a:r>
            <a:r>
              <a:rPr lang="en-US" dirty="0" err="1"/>
              <a:t>descriminant</a:t>
            </a:r>
            <a:r>
              <a:rPr lang="en-US" dirty="0"/>
              <a:t> &lt; 0. (complex)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B66C55-02C9-B4F0-F103-0EA314CA1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96" y="219545"/>
            <a:ext cx="7915275" cy="2447925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D8E73D3-B7C5-F306-D3DA-62E8B56AF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06" y="2944835"/>
            <a:ext cx="8448675" cy="3028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03732C-4BF9-495F-B06A-81229C8BC085}"/>
              </a:ext>
            </a:extLst>
          </p:cNvPr>
          <p:cNvSpPr txBox="1"/>
          <p:nvPr/>
        </p:nvSpPr>
        <p:spPr>
          <a:xfrm>
            <a:off x="8907887" y="697605"/>
            <a:ext cx="294067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Data split into train/test.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KFold</a:t>
            </a:r>
            <a:r>
              <a:rPr lang="en-US" dirty="0"/>
              <a:t> CV used to estimate test metrics without data leakage.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Data standardized for optimal fit.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GridSearchCV</a:t>
            </a:r>
            <a:r>
              <a:rPr lang="en-US" dirty="0"/>
              <a:t> used for best model params.</a:t>
            </a:r>
          </a:p>
        </p:txBody>
      </p:sp>
    </p:spTree>
    <p:extLst>
      <p:ext uri="{BB962C8B-B14F-4D97-AF65-F5344CB8AC3E}">
        <p14:creationId xmlns:p14="http://schemas.microsoft.com/office/powerpoint/2010/main" val="373734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C344C2C-ECAB-8A0E-536B-6A5F3B9A7C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3" t="27116" r="-223" b="-157"/>
          <a:stretch/>
        </p:blipFill>
        <p:spPr>
          <a:xfrm>
            <a:off x="5322" y="933718"/>
            <a:ext cx="6314341" cy="5009144"/>
          </a:xfrm>
          <a:prstGeom prst="rect">
            <a:avLst/>
          </a:prstGeom>
        </p:spPr>
      </p:pic>
      <p:pic>
        <p:nvPicPr>
          <p:cNvPr id="5" name="Picture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E34954A6-4FB1-7F4A-FD6E-E04942E89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358" y="538163"/>
            <a:ext cx="5305425" cy="5781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CEA3C-A067-6EAF-31A5-8E1A59C31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694" y="5939642"/>
            <a:ext cx="164782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7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A2CC2A-2450-A66F-4286-FD5C3654D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171450"/>
            <a:ext cx="63246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1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64FEBAF-4A2C-530F-A295-B427F8927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87" y="2281"/>
            <a:ext cx="7991475" cy="2152650"/>
          </a:xfrm>
          <a:prstGeom prst="rect">
            <a:avLst/>
          </a:prstGeom>
        </p:spPr>
      </p:pic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CE37A287-C452-E5D4-F243-62B8D6CEA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76" y="2679812"/>
            <a:ext cx="8782050" cy="418147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78406F-C8A1-8601-4099-8CB0C5275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889" y="160449"/>
            <a:ext cx="3733800" cy="16002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31C10B-BEA4-1016-2907-2362CBB77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9221" y="1612408"/>
            <a:ext cx="424815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25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ECB1F1C8-E853-9001-33A2-08BC87A1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483" y="0"/>
            <a:ext cx="7971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E3DACA-3F19-DA21-55E3-C055697E6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769" y="0"/>
            <a:ext cx="7332602" cy="68580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66A0DD-F686-0301-8593-EC3B11170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5" y="1038158"/>
            <a:ext cx="42386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4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108</cp:revision>
  <dcterms:created xsi:type="dcterms:W3CDTF">2025-03-04T20:19:53Z</dcterms:created>
  <dcterms:modified xsi:type="dcterms:W3CDTF">2025-03-04T21:56:52Z</dcterms:modified>
</cp:coreProperties>
</file>